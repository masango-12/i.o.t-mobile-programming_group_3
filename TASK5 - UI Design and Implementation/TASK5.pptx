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</p:sldIdLst>
  <p:sldSz cx="14630400" cy="8229600"/>
  <p:notesSz cx="8229600" cy="14630400"/>
  <p:embeddedFontLst>
    <p:embeddedFont>
      <p:font typeface="Instrument Sans Semi Bold" pitchFamily="34" charset="0"/>
      <p:regular r:id="rId14"/>
    </p:embeddedFont>
    <p:embeddedFont>
      <p:font typeface="Instrument Sans Semi Bold" pitchFamily="34" charset="-122"/>
      <p:regular r:id="rId15"/>
    </p:embeddedFont>
    <p:embeddedFont>
      <p:font typeface="Instrument Sans Semi Bold" pitchFamily="34" charset="-120"/>
      <p:regular r:id="rId16"/>
    </p:embeddedFont>
    <p:embeddedFont>
      <p:font typeface="Instrument Sans Medium" pitchFamily="34" charset="0"/>
      <p:regular r:id="rId17"/>
    </p:embeddedFont>
    <p:embeddedFont>
      <p:font typeface="Instrument Sans Medium" pitchFamily="34" charset="-122"/>
      <p:regular r:id="rId18"/>
    </p:embeddedFont>
    <p:embeddedFont>
      <p:font typeface="Instrument Sans Medium" pitchFamily="34" charset="-120"/>
      <p:regular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955" y="949960"/>
            <a:ext cx="7564755" cy="9664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UI DESIGN AND  IMPLEMENTATION</a:t>
            </a:r>
            <a:endParaRPr lang="en-US" altLang="en-US" sz="3200" b="1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5793105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9" name="Text Box 8"/>
          <p:cNvSpPr txBox="1"/>
          <p:nvPr/>
        </p:nvSpPr>
        <p:spPr>
          <a:xfrm>
            <a:off x="1290955" y="2731135"/>
            <a:ext cx="50634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Presentation By </a:t>
            </a:r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2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GROUP 3</a:t>
            </a:r>
            <a:endParaRPr lang="en-US" sz="2800"/>
          </a:p>
        </p:txBody>
      </p:sp>
      <p:sp>
        <p:nvSpPr>
          <p:cNvPr id="10" name="Text Box 9"/>
          <p:cNvSpPr txBox="1"/>
          <p:nvPr/>
        </p:nvSpPr>
        <p:spPr>
          <a:xfrm>
            <a:off x="248285" y="6156325"/>
            <a:ext cx="48768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CEF440 - Internet &amp; Mobile Programming 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Instructor - Dr Valery Nkemeni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1127740" y="7671435"/>
            <a:ext cx="2821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Academic Year: 2024/2025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753" y="730329"/>
            <a:ext cx="5324594" cy="653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 Identity: Checkin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753" y="1698069"/>
            <a:ext cx="523042" cy="5230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18753" y="2430304"/>
            <a:ext cx="2385417" cy="326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 Name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6218753" y="2882741"/>
            <a:ext cx="2385417" cy="1339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Checkin: Monitors Quality of Experience (QoE) for mobile networks.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5632" y="1698069"/>
            <a:ext cx="523042" cy="5230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65632" y="2430304"/>
            <a:ext cx="2385417" cy="326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Tagline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8865632" y="2882741"/>
            <a:ext cx="2385417" cy="1339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"Empower Your Connection" emphasizes user control and transparency.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2510" y="1698069"/>
            <a:ext cx="523042" cy="5230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12510" y="2430304"/>
            <a:ext cx="2385417" cy="326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Logo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11512510" y="2882741"/>
            <a:ext cx="2385417" cy="1339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signal bar merged with a checkmark, symbolizing reliable monitoring.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753" y="4640461"/>
            <a:ext cx="523042" cy="5230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18753" y="5372695"/>
            <a:ext cx="2385417" cy="326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Color Scheme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6218753" y="5825133"/>
            <a:ext cx="2385417" cy="16740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 green (#2E7D32) for trust, vibrant blue (#1565C0) for tech, bright amber (#FFD54F) for alerts.</a:t>
            </a:r>
            <a:endParaRPr lang="en-US" sz="1600" dirty="0"/>
          </a:p>
        </p:txBody>
      </p:sp>
      <p:sp>
        <p:nvSpPr>
          <p:cNvPr id="16" name="Text Box 15"/>
          <p:cNvSpPr txBox="1"/>
          <p:nvPr/>
        </p:nvSpPr>
        <p:spPr>
          <a:xfrm>
            <a:off x="12871450" y="7576820"/>
            <a:ext cx="1758950" cy="6026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7" name="Picture 16" descr="IMG-20250602-WA00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9260" y="5584190"/>
            <a:ext cx="1692000" cy="169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70365"/>
            <a:ext cx="636436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Target Audience &amp; Tone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91930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60" y="4961811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499717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Mobile Users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487591"/>
            <a:ext cx="34214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Subscribers tracking and reporting network performance.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35893" y="491930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963" y="4961811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73008" y="499717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Network Operators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973008" y="5487591"/>
            <a:ext cx="342149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Staff needing aggregated reports for diagnostics and improvements.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9677995" y="491930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065" y="4961811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15111" y="4997172"/>
            <a:ext cx="300859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Regulatory Authorities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415111" y="5487591"/>
            <a:ext cx="342149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Entities requiring anonymized data for compliance and monitoring.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83144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app maintains a professional, user-friendly, and transparent tone to build trust and encourage interaction.</a:t>
            </a:r>
            <a:endParaRPr lang="en-US" sz="1750" dirty="0"/>
          </a:p>
        </p:txBody>
      </p:sp>
      <p:sp>
        <p:nvSpPr>
          <p:cNvPr id="17" name="Text Box 16"/>
          <p:cNvSpPr txBox="1"/>
          <p:nvPr/>
        </p:nvSpPr>
        <p:spPr>
          <a:xfrm>
            <a:off x="12684125" y="7608570"/>
            <a:ext cx="1946275" cy="6203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574953"/>
            <a:ext cx="5882640" cy="653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Visual Design Principles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18158" y="1541859"/>
            <a:ext cx="7680484" cy="1204555"/>
          </a:xfrm>
          <a:prstGeom prst="roundRect">
            <a:avLst>
              <a:gd name="adj" fmla="val 15622"/>
            </a:avLst>
          </a:prstGeom>
          <a:solidFill>
            <a:srgbClr val="CEE6FD"/>
          </a:solidFill>
        </p:spPr>
      </p:sp>
      <p:sp>
        <p:nvSpPr>
          <p:cNvPr id="5" name="Text 2"/>
          <p:cNvSpPr/>
          <p:nvPr/>
        </p:nvSpPr>
        <p:spPr>
          <a:xfrm>
            <a:off x="6427232" y="1750933"/>
            <a:ext cx="2613541" cy="32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Clarity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27232" y="2202894"/>
            <a:ext cx="7262336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Simple layouts and intuitive navigation for easy feedback and settings.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8158" y="2955488"/>
            <a:ext cx="7680484" cy="1539002"/>
          </a:xfrm>
          <a:prstGeom prst="roundRect">
            <a:avLst>
              <a:gd name="adj" fmla="val 12227"/>
            </a:avLst>
          </a:prstGeom>
          <a:solidFill>
            <a:srgbClr val="CEE6FD"/>
          </a:solidFill>
        </p:spPr>
      </p:sp>
      <p:sp>
        <p:nvSpPr>
          <p:cNvPr id="8" name="Text 5"/>
          <p:cNvSpPr/>
          <p:nvPr/>
        </p:nvSpPr>
        <p:spPr>
          <a:xfrm>
            <a:off x="6427232" y="3164562"/>
            <a:ext cx="2613541" cy="32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Consistency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27232" y="3616523"/>
            <a:ext cx="7262336" cy="6688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Uniform colors, fonts, and iconography across all screens for a cohesive experience.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8158" y="4703564"/>
            <a:ext cx="7680484" cy="1539002"/>
          </a:xfrm>
          <a:prstGeom prst="roundRect">
            <a:avLst>
              <a:gd name="adj" fmla="val 12227"/>
            </a:avLst>
          </a:prstGeom>
          <a:solidFill>
            <a:srgbClr val="CEE6FD"/>
          </a:solidFill>
        </p:spPr>
      </p:sp>
      <p:sp>
        <p:nvSpPr>
          <p:cNvPr id="11" name="Text 8"/>
          <p:cNvSpPr/>
          <p:nvPr/>
        </p:nvSpPr>
        <p:spPr>
          <a:xfrm>
            <a:off x="6427232" y="4912638"/>
            <a:ext cx="2613541" cy="32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Accessibility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27232" y="5364599"/>
            <a:ext cx="7262336" cy="6688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High-contrast colors, scalable text, and screen reader support for WCAG 2.1.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8158" y="6451640"/>
            <a:ext cx="7680484" cy="1204555"/>
          </a:xfrm>
          <a:prstGeom prst="roundRect">
            <a:avLst>
              <a:gd name="adj" fmla="val 15622"/>
            </a:avLst>
          </a:prstGeom>
          <a:solidFill>
            <a:srgbClr val="CEE6FD"/>
          </a:solidFill>
        </p:spPr>
      </p:sp>
      <p:sp>
        <p:nvSpPr>
          <p:cNvPr id="14" name="Text 11"/>
          <p:cNvSpPr/>
          <p:nvPr/>
        </p:nvSpPr>
        <p:spPr>
          <a:xfrm>
            <a:off x="6427232" y="6660713"/>
            <a:ext cx="2613541" cy="3265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Responsiveness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27232" y="7112675"/>
            <a:ext cx="7262336" cy="3344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Adaptive design for various screen sizes using React Native.</a:t>
            </a:r>
            <a:endParaRPr lang="en-US" sz="1600" dirty="0"/>
          </a:p>
        </p:txBody>
      </p:sp>
      <p:sp>
        <p:nvSpPr>
          <p:cNvPr id="16" name="Text Box 15"/>
          <p:cNvSpPr txBox="1"/>
          <p:nvPr/>
        </p:nvSpPr>
        <p:spPr>
          <a:xfrm>
            <a:off x="12793345" y="7702550"/>
            <a:ext cx="1851660" cy="5073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021"/>
            <a:ext cx="601789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Screens &amp; Layouts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07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1920"/>
            <a:ext cx="284559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Displays real-time network stats (speed, latency, signal strength).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24701"/>
            <a:ext cx="2845594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visual cards and quick action buttons.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00406" y="33507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Feedback Form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00406" y="3931920"/>
            <a:ext cx="2845594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Allows users to report network issues with ratings, comments, and optional screenshots.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07022" y="33507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Report History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07022" y="3931920"/>
            <a:ext cx="284559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Shows past feedback submissions and their status in a scrollable list.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1013638" y="335077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Settings &amp; Alerts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013638" y="3931920"/>
            <a:ext cx="2845594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Manages user preferences and notifies users of network issues.</a:t>
            </a:r>
            <a:endParaRPr lang="en-US" sz="1750" dirty="0"/>
          </a:p>
        </p:txBody>
      </p:sp>
      <p:sp>
        <p:nvSpPr>
          <p:cNvPr id="12" name="Text Box 11"/>
          <p:cNvSpPr txBox="1"/>
          <p:nvPr/>
        </p:nvSpPr>
        <p:spPr>
          <a:xfrm>
            <a:off x="12761595" y="7592695"/>
            <a:ext cx="1868805" cy="6369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3157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458" y="2692360"/>
            <a:ext cx="5715953" cy="5513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 Technology Stack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8" y="3508296"/>
            <a:ext cx="882134" cy="10585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64149" y="3684627"/>
            <a:ext cx="2205514" cy="275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React Native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764149" y="4066103"/>
            <a:ext cx="12248793" cy="282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Cross-platform mobile app development for code reuse.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58" y="4566880"/>
            <a:ext cx="882134" cy="10585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64149" y="4743212"/>
            <a:ext cx="2205514" cy="275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Redux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764149" y="5124688"/>
            <a:ext cx="12248793" cy="282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Manages network stats, user feedback, and settings.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58" y="5625465"/>
            <a:ext cx="882134" cy="10585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64149" y="5801797"/>
            <a:ext cx="2205514" cy="275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i18n Library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764149" y="6183273"/>
            <a:ext cx="12248793" cy="282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Supports language localization (English, French).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58" y="6684050"/>
            <a:ext cx="882134" cy="10585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64149" y="6860381"/>
            <a:ext cx="2205514" cy="2756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RESTful API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1764149" y="7241858"/>
            <a:ext cx="12248793" cy="2822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Integrates with Cloud Server for data and notifications.</a:t>
            </a:r>
            <a:endParaRPr lang="en-US" sz="1350" dirty="0"/>
          </a:p>
        </p:txBody>
      </p:sp>
      <p:sp>
        <p:nvSpPr>
          <p:cNvPr id="16" name="Text Box 15"/>
          <p:cNvSpPr txBox="1"/>
          <p:nvPr/>
        </p:nvSpPr>
        <p:spPr>
          <a:xfrm>
            <a:off x="12761595" y="7757795"/>
            <a:ext cx="1868805" cy="4057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17" name="Picture 16" descr="IMG-20250602-WA0040"/>
          <p:cNvPicPr>
            <a:picLocks noChangeAspect="1"/>
          </p:cNvPicPr>
          <p:nvPr/>
        </p:nvPicPr>
        <p:blipFill>
          <a:blip r:embed="rId6"/>
          <a:srcRect t="4531"/>
          <a:stretch>
            <a:fillRect/>
          </a:stretch>
        </p:blipFill>
        <p:spPr>
          <a:xfrm>
            <a:off x="10686415" y="15875"/>
            <a:ext cx="3942080" cy="8213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4910" y="98742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051590" y="2727246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Checkin app prioritizes user-friendly navigation and clear visual feedback.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173470" y="4055110"/>
            <a:ext cx="781494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Its robust frontend, built with React Native, ensures a scalable and secure solution.</a:t>
            </a:r>
            <a:endParaRPr lang="en-US" sz="1750" dirty="0"/>
          </a:p>
        </p:txBody>
      </p:sp>
      <p:sp>
        <p:nvSpPr>
          <p:cNvPr id="8" name="Text Box 7"/>
          <p:cNvSpPr txBox="1"/>
          <p:nvPr/>
        </p:nvSpPr>
        <p:spPr>
          <a:xfrm>
            <a:off x="12733020" y="7764145"/>
            <a:ext cx="18973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6894195" y="5382895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</Words>
  <Application>WPS Presentation</Application>
  <PresentationFormat>On-screen Show (16:9)</PresentationFormat>
  <Paragraphs>109</Paragraphs>
  <Slides>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Instrument Sans Semi Bold</vt:lpstr>
      <vt:lpstr>Instrument Sans Semi Bold</vt:lpstr>
      <vt:lpstr>Instrument Sans Semi Bold</vt:lpstr>
      <vt:lpstr>Instrument Sans Medium</vt:lpstr>
      <vt:lpstr>Instrument Sans Medium</vt:lpstr>
      <vt:lpstr>Instrument Sans Medium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LUCIFER</cp:lastModifiedBy>
  <cp:revision>7</cp:revision>
  <dcterms:created xsi:type="dcterms:W3CDTF">2025-06-02T11:30:00Z</dcterms:created>
  <dcterms:modified xsi:type="dcterms:W3CDTF">2025-06-02T21:52:59Z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4FEDE304672049F28CDD9FFC68459D1F_13</vt:lpwstr>
  </property>
  <property fmtid="{D5CDD505-2E9C-101B-9397-08002B2CF9AE}" pid="3" name="KSOProductBuildVer">
    <vt:lpwstr>1033-12.2.0.19805</vt:lpwstr>
  </property>
</Properties>
</file>